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43"/>
    <p:restoredTop sz="94694"/>
  </p:normalViewPr>
  <p:slideViewPr>
    <p:cSldViewPr snapToGrid="0">
      <p:cViewPr varScale="1">
        <p:scale>
          <a:sx n="121" d="100"/>
          <a:sy n="121" d="100"/>
        </p:scale>
        <p:origin x="2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B14E3-8EE9-A694-B570-BD045EFD9B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A406C1-7A7B-8D62-29D6-DB8CB6437A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B61DE-07F2-771E-F151-B7EB90219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B8F60-D782-AA4B-8662-32E7739EC49C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924CC-6CBD-74A7-C3B0-A213E92E3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F021E-4FA2-2BE6-B1AE-CFC20591B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F9F6-4D5E-D94E-A70A-2562BB3ED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468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839D1-74FC-EA04-5110-8BA503B3D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77DA8-D31C-1AA7-EBB4-6B3FD9963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9FB32-8BCA-7719-51C8-4BB3F5A58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B8F60-D782-AA4B-8662-32E7739EC49C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4329-54E5-B669-9431-235966470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509C6-53DE-DCA7-7774-F7B2B6A3B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F9F6-4D5E-D94E-A70A-2562BB3ED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494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7BD41-23DA-0B6B-9A58-ECC67CF1A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F5F2A-C7C8-8C50-05A1-765B5CDBE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F2746-897B-E8E8-FA13-698FAAD6E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B8F60-D782-AA4B-8662-32E7739EC49C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57EA3-2323-D5DD-547A-C36AF2C2A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E638C-D9FA-B1CA-668C-E146ED3AF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F9F6-4D5E-D94E-A70A-2562BB3ED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856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FB120-A339-D99A-2160-2E0E900A8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411DF-C27F-A531-06EE-26DA0360E5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E9ABA6-7D7C-0805-047D-A0070F6649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0A3D57-7912-32D0-6DA2-9F6ACA82A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B8F60-D782-AA4B-8662-32E7739EC49C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468C01-E14B-C334-8540-450A31021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B5C43-A85D-084A-8FB2-38F52CAAB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F9F6-4D5E-D94E-A70A-2562BB3ED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377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CAF0A-0679-4D67-2213-758F1C517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A9D536-E7AE-7394-0F15-EE9280977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D678F-FE07-52A5-AAEC-E75457FBE4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DD23DE-D263-FF08-D20B-74B45079DB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A84BD0-865C-65CD-E030-7C000B207C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5EB2B3-CD7D-88F0-9E42-AFFA84E78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B8F60-D782-AA4B-8662-32E7739EC49C}" type="datetimeFigureOut">
              <a:rPr lang="en-US" smtClean="0"/>
              <a:t>4/8/26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77AFD8-CFB4-655D-C5FE-581B66F13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C40927-58FD-E92A-BBE7-EFCC71D25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F9F6-4D5E-D94E-A70A-2562BB3ED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467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6A03C-B0FB-DFCA-E548-3F0E153A1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965106-8C69-B9C3-6A9C-926A204F1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B8F60-D782-AA4B-8662-32E7739EC49C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1C6641-B7BA-7B56-5D8C-85D517624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559466-F032-C1CF-E384-CF8305971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F9F6-4D5E-D94E-A70A-2562BB3ED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54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5627F3-1F94-27A9-48B2-BA4A76ADC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B8F60-D782-AA4B-8662-32E7739EC49C}" type="datetimeFigureOut">
              <a:rPr lang="en-US" smtClean="0"/>
              <a:t>4/8/26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3C0CB4-CBE7-D84A-881C-5F98C517F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09420-58AF-400C-203C-6DDA2C837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F9F6-4D5E-D94E-A70A-2562BB3ED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039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D75E3-8D19-78EB-60E3-B26EB2F91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C16E4-EBED-2A9A-5459-714692F46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DD2B15-23A0-1F5F-74BC-867139A668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F00EFF-04D7-F923-4C35-DA5C4AB50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B8F60-D782-AA4B-8662-32E7739EC49C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438C3-67B8-7EA7-5FF0-664356ABE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4C3E6-48EA-3DF2-F8B9-2EA04CE9F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F9F6-4D5E-D94E-A70A-2562BB3ED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418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52B27-C8C0-6B30-7907-A7D06155E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FC5DB2-EFEC-8316-CC51-4F4C8399C5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45CAE-8287-2FB3-1D73-D68C16526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83E22C-A89F-B56C-8FD6-80BC8D580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B8F60-D782-AA4B-8662-32E7739EC49C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4E8CE-BC3B-F352-F0F2-018D3B09E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727EAC-1E9B-FD8E-EA44-D7BA64ED2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F9F6-4D5E-D94E-A70A-2562BB3ED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990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80435-4061-4E1A-050E-C33CC94C7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82CF4C-82E3-1E64-CF18-5CD2B834B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BC213-C5B3-7AFD-69F5-37B385F58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B8F60-D782-AA4B-8662-32E7739EC49C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E219E-705C-02FB-70E6-89B4904C7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E835B4-D61C-81F1-29B9-98302A8E4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F9F6-4D5E-D94E-A70A-2562BB3ED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075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0A5EC7-29BD-EF54-7929-9224FF80DC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4A0F86-694C-9671-457B-FA9277F994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03D3F-6B6D-D1DD-56C3-0585F1C3F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B8F60-D782-AA4B-8662-32E7739EC49C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9F9B2-6019-EED9-E5DD-CE8243E0B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2AD2D-0A43-89A2-D72F-AB3957E01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9F9F6-4D5E-D94E-A70A-2562BB3ED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043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85E312-DC7D-FD76-5BBB-88C9A456D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36889F-AEC1-FD6C-CE60-8C7D0B37FB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8C1CC-5659-51CF-1E67-5F90F825B9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CB8F60-D782-AA4B-8662-32E7739EC49C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34DA2-FEB9-41FE-5137-C509BEEBFA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674F1-BD2F-1B66-CD09-85A5BBF802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69F9F6-4D5E-D94E-A70A-2562BB3ED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295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88D5F-2FB3-9D13-C4CF-685E1872C2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A986D2-D5DC-A059-773B-D2BC35075E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079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Son, Taehwang - (taehwangson)</dc:creator>
  <cp:lastModifiedBy>Son, Taehwang - (taehwangson)</cp:lastModifiedBy>
  <cp:revision>1</cp:revision>
  <dcterms:created xsi:type="dcterms:W3CDTF">2026-04-08T20:31:36Z</dcterms:created>
  <dcterms:modified xsi:type="dcterms:W3CDTF">2026-04-08T20:32:08Z</dcterms:modified>
</cp:coreProperties>
</file>